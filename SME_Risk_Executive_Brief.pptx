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Importance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Avg Utilization Ratio</c:v>
                </c:pt>
                <c:pt idx="1">
                  <c:v>Total Ct Chng Q4 Q1</c:v>
                </c:pt>
                <c:pt idx="2">
                  <c:v>Total Revolving Bal</c:v>
                </c:pt>
                <c:pt idx="3">
                  <c:v>Total Trans Amt</c:v>
                </c:pt>
                <c:pt idx="4">
                  <c:v>Total Trans Ct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0.0577</c:v>
                </c:pt>
                <c:pt idx="1">
                  <c:v>0.0895</c:v>
                </c:pt>
                <c:pt idx="2">
                  <c:v>0.1176</c:v>
                </c:pt>
                <c:pt idx="3">
                  <c:v>0.2517</c:v>
                </c:pt>
                <c:pt idx="4">
                  <c:v>0.2844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Card-Member Churn: Risk &amp; Retention Forecast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Automated Retention Operations Report</a:t>
            </a:r>
          </a:p>
          <a:p>
            <a:r>
              <a:t>Generated: 2026-07-07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 &amp; Model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findings from the PySpark predictive model (held-out test set):</a:t>
            </a:r>
          </a:p>
          <a:p>
            <a:pPr lvl="1"/>
            <a:r>
              <a:t>Detection quality: ROC-AUC of 0.985, catching 90% of members who actually churned (recall) at 78% precision.</a:t>
            </a:r>
          </a:p>
          <a:p>
            <a:pPr lvl="1"/>
            <a:r>
              <a:t>Why recall matters: on a 16% churn base, accuracy alone is misleading; the model is tuned via class weighting to prioritize catching real churners.</a:t>
            </a:r>
          </a:p>
          <a:p>
            <a:pPr lvl="1"/>
            <a:r>
              <a:t>Top risk driver: 'Total Trans Ct' is the single strongest predictor of attrition — declining transaction velocity precedes account closure.</a:t>
            </a:r>
          </a:p>
          <a:p>
            <a:pPr lvl="1"/>
            <a:r>
              <a:t>Test confusion: 255 true churners caught, only 29 missed.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Drives Churn — Model Feature Importance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554480"/>
          <a:ext cx="73152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Actionable Retention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Recommended next steps, prioritized by Net Expected ROI:</a:t>
            </a:r>
          </a:p>
          <a:p>
            <a:pPr lvl="1"/>
            <a:r>
              <a:t>Proactive outreach: deploy the retention team to the highest Priority-Score members, who combine high churn risk with high account value.</a:t>
            </a:r>
          </a:p>
          <a:p>
            <a:pPr lvl="1"/>
            <a:r>
              <a:t>Tiered incentives: senior calls + fee waivers for top-value accounts; automated email for the long tail — spend scaled to each account's expected value saved.</a:t>
            </a:r>
          </a:p>
          <a:p>
            <a:pPr lvl="1"/>
            <a:r>
              <a:t>Suppress 'sleeping dogs': skip already-disengaged high-risk members where outreach yields negative ROI, protecting team capacity.</a:t>
            </a:r>
          </a:p>
          <a:p>
            <a:pPr lvl="1"/>
            <a:r>
              <a:t>Dashboard integration: push live risk flags into the retention team's daily queue.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